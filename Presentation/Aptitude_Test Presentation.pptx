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2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D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37160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ONLINE APTITUDE TEST</a:t>
            </a:r>
            <a:br/>
            <a:r>
              <a:t>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58464" y="3657600"/>
            <a:ext cx="256987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rPr dirty="0"/>
              <a:t>Project </a:t>
            </a:r>
            <a:r>
              <a:rPr sz="2400" dirty="0"/>
              <a:t>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D62"/>
          </a:solidFill>
          <a:ln>
            <a:solidFill>
              <a:srgbClr val="0A2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Project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7772400" cy="4389120"/>
          </a:xfrm>
          <a:prstGeom prst="roundRect">
            <a:avLst/>
          </a:prstGeom>
          <a:solidFill>
            <a:srgbClr val="DCEBFA"/>
          </a:solidFill>
          <a:ln>
            <a:solidFill>
              <a:srgbClr val="0A2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13232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200"/>
              </a:spcAft>
              <a:defRPr sz="2000">
                <a:solidFill>
                  <a:srgbClr val="0A2D62"/>
                </a:solidFill>
              </a:defRPr>
            </a:pPr>
            <a:r>
              <a:t>• Developed for Webster Organisation, a leading Oil &amp; Gas company.</a:t>
            </a:r>
          </a:p>
          <a:p>
            <a:pPr algn="l">
              <a:spcAft>
                <a:spcPts val="1200"/>
              </a:spcAft>
              <a:defRPr sz="2000">
                <a:solidFill>
                  <a:srgbClr val="0A2D62"/>
                </a:solidFill>
              </a:defRPr>
            </a:pPr>
            <a:r>
              <a:t>• Automates candidate recruitment and online aptitude testing.</a:t>
            </a:r>
          </a:p>
          <a:p>
            <a:pPr algn="l">
              <a:spcAft>
                <a:spcPts val="1200"/>
              </a:spcAft>
              <a:defRPr sz="2000">
                <a:solidFill>
                  <a:srgbClr val="0A2D62"/>
                </a:solidFill>
              </a:defRPr>
            </a:pPr>
            <a:r>
              <a:t>• Provides secure login, testing, and HR transfer process.</a:t>
            </a:r>
          </a:p>
          <a:p>
            <a:pPr algn="l">
              <a:spcAft>
                <a:spcPts val="1200"/>
              </a:spcAft>
              <a:defRPr sz="2000">
                <a:solidFill>
                  <a:srgbClr val="0A2D62"/>
                </a:solidFill>
              </a:defRPr>
            </a:pPr>
            <a:r>
              <a:t>• Improves recruitment speed, accuracy, and efficiency.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D62"/>
          </a:solidFill>
          <a:ln>
            <a:solidFill>
              <a:srgbClr val="0A2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7772400" cy="4389120"/>
          </a:xfrm>
          <a:prstGeom prst="roundRect">
            <a:avLst/>
          </a:prstGeom>
          <a:solidFill>
            <a:srgbClr val="DCEBFA"/>
          </a:solidFill>
          <a:ln>
            <a:solidFill>
              <a:srgbClr val="0A2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13232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200"/>
              </a:spcAft>
              <a:defRPr sz="2000">
                <a:solidFill>
                  <a:srgbClr val="0A2D62"/>
                </a:solidFill>
              </a:defRPr>
            </a:pPr>
            <a:r>
              <a:t>• Manual recruitment processes are time-consuming.</a:t>
            </a:r>
          </a:p>
          <a:p>
            <a:pPr algn="l">
              <a:spcAft>
                <a:spcPts val="1200"/>
              </a:spcAft>
              <a:defRPr sz="2000">
                <a:solidFill>
                  <a:srgbClr val="0A2D62"/>
                </a:solidFill>
              </a:defRPr>
            </a:pPr>
            <a:r>
              <a:t>• Difficulty in managing candidate records and results.</a:t>
            </a:r>
          </a:p>
          <a:p>
            <a:pPr algn="l">
              <a:spcAft>
                <a:spcPts val="1200"/>
              </a:spcAft>
              <a:defRPr sz="2000">
                <a:solidFill>
                  <a:srgbClr val="0A2D62"/>
                </a:solidFill>
              </a:defRPr>
            </a:pPr>
            <a:r>
              <a:t>• Need for centralized online testing and evaluation.</a:t>
            </a:r>
          </a:p>
          <a:p>
            <a:pPr algn="l">
              <a:spcAft>
                <a:spcPts val="1200"/>
              </a:spcAft>
              <a:defRPr sz="2000">
                <a:solidFill>
                  <a:srgbClr val="0A2D62"/>
                </a:solidFill>
              </a:defRPr>
            </a:pPr>
            <a:r>
              <a:t>• Requirement for automated HR shortlist generation.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D62"/>
          </a:solidFill>
          <a:ln>
            <a:solidFill>
              <a:srgbClr val="0A2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Project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7772400" cy="4389120"/>
          </a:xfrm>
          <a:prstGeom prst="roundRect">
            <a:avLst/>
          </a:prstGeom>
          <a:solidFill>
            <a:srgbClr val="DCEBFA"/>
          </a:solidFill>
          <a:ln>
            <a:solidFill>
              <a:srgbClr val="0A2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13232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200"/>
              </a:spcAft>
              <a:defRPr sz="2000">
                <a:solidFill>
                  <a:srgbClr val="0A2D62"/>
                </a:solidFill>
              </a:defRPr>
            </a:pPr>
            <a:r>
              <a:t>• Create a secure online aptitude test platform.</a:t>
            </a:r>
          </a:p>
          <a:p>
            <a:pPr algn="l">
              <a:spcAft>
                <a:spcPts val="1200"/>
              </a:spcAft>
              <a:defRPr sz="2000">
                <a:solidFill>
                  <a:srgbClr val="0A2D62"/>
                </a:solidFill>
              </a:defRPr>
            </a:pPr>
            <a:r>
              <a:t>• Conduct tests in a linear and time-bound manner.</a:t>
            </a:r>
          </a:p>
          <a:p>
            <a:pPr algn="l">
              <a:spcAft>
                <a:spcPts val="1200"/>
              </a:spcAft>
              <a:defRPr sz="2000">
                <a:solidFill>
                  <a:srgbClr val="0A2D62"/>
                </a:solidFill>
              </a:defRPr>
            </a:pPr>
            <a:r>
              <a:t>• Automate result calculation and candidate evaluation.</a:t>
            </a:r>
          </a:p>
          <a:p>
            <a:pPr algn="l">
              <a:spcAft>
                <a:spcPts val="1200"/>
              </a:spcAft>
              <a:defRPr sz="2000">
                <a:solidFill>
                  <a:srgbClr val="0A2D62"/>
                </a:solidFill>
              </a:defRPr>
            </a:pPr>
            <a:r>
              <a:t>• Transfer qualified candidates to HR round automatically.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D62"/>
          </a:solidFill>
          <a:ln>
            <a:solidFill>
              <a:srgbClr val="0A2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System Modules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7772400" cy="4389120"/>
          </a:xfrm>
          <a:prstGeom prst="roundRect">
            <a:avLst/>
          </a:prstGeom>
          <a:solidFill>
            <a:srgbClr val="DCEBFA"/>
          </a:solidFill>
          <a:ln>
            <a:solidFill>
              <a:srgbClr val="0A2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13232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200"/>
              </a:spcAft>
              <a:defRPr sz="2000">
                <a:solidFill>
                  <a:srgbClr val="0A2D62"/>
                </a:solidFill>
              </a:defRPr>
            </a:pPr>
            <a:r>
              <a:t>• Candidate Management</a:t>
            </a:r>
          </a:p>
          <a:p>
            <a:pPr algn="l">
              <a:spcAft>
                <a:spcPts val="1200"/>
              </a:spcAft>
              <a:defRPr sz="2000">
                <a:solidFill>
                  <a:srgbClr val="0A2D62"/>
                </a:solidFill>
              </a:defRPr>
            </a:pPr>
            <a:r>
              <a:t>• Login &amp; Authentication</a:t>
            </a:r>
          </a:p>
          <a:p>
            <a:pPr algn="l">
              <a:spcAft>
                <a:spcPts val="1200"/>
              </a:spcAft>
              <a:defRPr sz="2000">
                <a:solidFill>
                  <a:srgbClr val="0A2D62"/>
                </a:solidFill>
              </a:defRPr>
            </a:pPr>
            <a:r>
              <a:t>• Online Aptitude Test</a:t>
            </a:r>
          </a:p>
          <a:p>
            <a:pPr algn="l">
              <a:spcAft>
                <a:spcPts val="1200"/>
              </a:spcAft>
              <a:defRPr sz="2000">
                <a:solidFill>
                  <a:srgbClr val="0A2D62"/>
                </a:solidFill>
              </a:defRPr>
            </a:pPr>
            <a:r>
              <a:t>• Question Management</a:t>
            </a:r>
          </a:p>
          <a:p>
            <a:pPr algn="l">
              <a:spcAft>
                <a:spcPts val="1200"/>
              </a:spcAft>
              <a:defRPr sz="2000">
                <a:solidFill>
                  <a:srgbClr val="0A2D62"/>
                </a:solidFill>
              </a:defRPr>
            </a:pPr>
            <a:r>
              <a:t>• Result Processing</a:t>
            </a:r>
          </a:p>
          <a:p>
            <a:pPr algn="l">
              <a:spcAft>
                <a:spcPts val="1200"/>
              </a:spcAft>
              <a:defRPr sz="2000">
                <a:solidFill>
                  <a:srgbClr val="0A2D62"/>
                </a:solidFill>
              </a:defRPr>
            </a:pPr>
            <a:r>
              <a:t>• Report Generation</a:t>
            </a:r>
          </a:p>
          <a:p>
            <a:pPr algn="l">
              <a:spcAft>
                <a:spcPts val="1200"/>
              </a:spcAft>
              <a:defRPr sz="2000">
                <a:solidFill>
                  <a:srgbClr val="0A2D62"/>
                </a:solidFill>
              </a:defRPr>
            </a:pPr>
            <a:r>
              <a:t>• HR Transfer Module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D62"/>
          </a:solidFill>
          <a:ln>
            <a:solidFill>
              <a:srgbClr val="0A2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Aptitude Test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7772400" cy="4389120"/>
          </a:xfrm>
          <a:prstGeom prst="roundRect">
            <a:avLst/>
          </a:prstGeom>
          <a:solidFill>
            <a:srgbClr val="DCEBFA"/>
          </a:solidFill>
          <a:ln>
            <a:solidFill>
              <a:srgbClr val="0A2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13232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200"/>
              </a:spcAft>
              <a:defRPr sz="2000">
                <a:solidFill>
                  <a:srgbClr val="0A2D62"/>
                </a:solidFill>
              </a:defRPr>
            </a:pPr>
            <a:r>
              <a:t>• Section 1: General Knowledge</a:t>
            </a:r>
          </a:p>
          <a:p>
            <a:pPr algn="l">
              <a:spcAft>
                <a:spcPts val="1200"/>
              </a:spcAft>
              <a:defRPr sz="2000">
                <a:solidFill>
                  <a:srgbClr val="0A2D62"/>
                </a:solidFill>
              </a:defRPr>
            </a:pPr>
            <a:r>
              <a:t>• Section 2: Mathematics</a:t>
            </a:r>
          </a:p>
          <a:p>
            <a:pPr algn="l">
              <a:spcAft>
                <a:spcPts val="1200"/>
              </a:spcAft>
              <a:defRPr sz="2000">
                <a:solidFill>
                  <a:srgbClr val="0A2D62"/>
                </a:solidFill>
              </a:defRPr>
            </a:pPr>
            <a:r>
              <a:t>• Section 3: Computer Technology</a:t>
            </a:r>
          </a:p>
          <a:p>
            <a:pPr algn="l">
              <a:spcAft>
                <a:spcPts val="1200"/>
              </a:spcAft>
              <a:defRPr sz="2000">
                <a:solidFill>
                  <a:srgbClr val="0A2D62"/>
                </a:solidFill>
              </a:defRPr>
            </a:pPr>
            <a:r>
              <a:t>• Only one section remains active at a time.</a:t>
            </a:r>
          </a:p>
          <a:p>
            <a:pPr algn="l">
              <a:spcAft>
                <a:spcPts val="1200"/>
              </a:spcAft>
              <a:defRPr sz="2000">
                <a:solidFill>
                  <a:srgbClr val="0A2D62"/>
                </a:solidFill>
              </a:defRPr>
            </a:pPr>
            <a:r>
              <a:t>• Candidates cannot revisit completed sections.</a:t>
            </a:r>
          </a:p>
          <a:p>
            <a:pPr algn="l">
              <a:spcAft>
                <a:spcPts val="1200"/>
              </a:spcAft>
              <a:defRPr sz="2000">
                <a:solidFill>
                  <a:srgbClr val="0A2D62"/>
                </a:solidFill>
              </a:defRPr>
            </a:pPr>
            <a:r>
              <a:t>• Timer-based examination system.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D62"/>
          </a:solidFill>
          <a:ln>
            <a:solidFill>
              <a:srgbClr val="0A2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Manager Responsibilities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7772400" cy="4389120"/>
          </a:xfrm>
          <a:prstGeom prst="roundRect">
            <a:avLst/>
          </a:prstGeom>
          <a:solidFill>
            <a:srgbClr val="DCEBFA"/>
          </a:solidFill>
          <a:ln>
            <a:solidFill>
              <a:srgbClr val="0A2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13232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200"/>
              </a:spcAft>
              <a:defRPr sz="2000">
                <a:solidFill>
                  <a:srgbClr val="0A2D62"/>
                </a:solidFill>
              </a:defRPr>
            </a:pPr>
            <a:r>
              <a:t>• Add and manage candidate information.</a:t>
            </a:r>
          </a:p>
          <a:p>
            <a:pPr algn="l">
              <a:spcAft>
                <a:spcPts val="1200"/>
              </a:spcAft>
              <a:defRPr sz="2000">
                <a:solidFill>
                  <a:srgbClr val="0A2D62"/>
                </a:solidFill>
              </a:defRPr>
            </a:pPr>
            <a:r>
              <a:t>• Provide login credentials.</a:t>
            </a:r>
          </a:p>
          <a:p>
            <a:pPr algn="l">
              <a:spcAft>
                <a:spcPts val="1200"/>
              </a:spcAft>
              <a:defRPr sz="2000">
                <a:solidFill>
                  <a:srgbClr val="0A2D62"/>
                </a:solidFill>
              </a:defRPr>
            </a:pPr>
            <a:r>
              <a:t>• Manage and update test questions.</a:t>
            </a:r>
          </a:p>
          <a:p>
            <a:pPr algn="l">
              <a:spcAft>
                <a:spcPts val="1200"/>
              </a:spcAft>
              <a:defRPr sz="2000">
                <a:solidFill>
                  <a:srgbClr val="0A2D62"/>
                </a:solidFill>
              </a:defRPr>
            </a:pPr>
            <a:r>
              <a:t>• View candidate results and reports.</a:t>
            </a:r>
          </a:p>
          <a:p>
            <a:pPr algn="l">
              <a:spcAft>
                <a:spcPts val="1200"/>
              </a:spcAft>
              <a:defRPr sz="2000">
                <a:solidFill>
                  <a:srgbClr val="0A2D62"/>
                </a:solidFill>
              </a:defRPr>
            </a:pPr>
            <a:r>
              <a:t>• Transfer passed candidates to HR round.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D62"/>
          </a:solidFill>
          <a:ln>
            <a:solidFill>
              <a:srgbClr val="0A2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Candidate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7772400" cy="4389120"/>
          </a:xfrm>
          <a:prstGeom prst="roundRect">
            <a:avLst/>
          </a:prstGeom>
          <a:solidFill>
            <a:srgbClr val="DCEBFA"/>
          </a:solidFill>
          <a:ln>
            <a:solidFill>
              <a:srgbClr val="0A2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13232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200"/>
              </a:spcAft>
              <a:defRPr sz="2000">
                <a:solidFill>
                  <a:srgbClr val="0A2D62"/>
                </a:solidFill>
              </a:defRPr>
            </a:pPr>
            <a:r>
              <a:t>• Login using credentials provided by manager.</a:t>
            </a:r>
          </a:p>
          <a:p>
            <a:pPr algn="l">
              <a:spcAft>
                <a:spcPts val="1200"/>
              </a:spcAft>
              <a:defRPr sz="2000">
                <a:solidFill>
                  <a:srgbClr val="0A2D62"/>
                </a:solidFill>
              </a:defRPr>
            </a:pPr>
            <a:r>
              <a:t>• Start test according to schedule.</a:t>
            </a:r>
          </a:p>
          <a:p>
            <a:pPr algn="l">
              <a:spcAft>
                <a:spcPts val="1200"/>
              </a:spcAft>
              <a:defRPr sz="2000">
                <a:solidFill>
                  <a:srgbClr val="0A2D62"/>
                </a:solidFill>
              </a:defRPr>
            </a:pPr>
            <a:r>
              <a:t>• Complete sections in sequence.</a:t>
            </a:r>
          </a:p>
          <a:p>
            <a:pPr algn="l">
              <a:spcAft>
                <a:spcPts val="1200"/>
              </a:spcAft>
              <a:defRPr sz="2000">
                <a:solidFill>
                  <a:srgbClr val="0A2D62"/>
                </a:solidFill>
              </a:defRPr>
            </a:pPr>
            <a:r>
              <a:t>• Submit answers within time limit.</a:t>
            </a:r>
          </a:p>
          <a:p>
            <a:pPr algn="l">
              <a:spcAft>
                <a:spcPts val="1200"/>
              </a:spcAft>
              <a:defRPr sz="2000">
                <a:solidFill>
                  <a:srgbClr val="0A2D62"/>
                </a:solidFill>
              </a:defRPr>
            </a:pPr>
            <a:r>
              <a:t>• View results and logout securely.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D62"/>
          </a:solidFill>
          <a:ln>
            <a:solidFill>
              <a:srgbClr val="0A2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Database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7772400" cy="4389120"/>
          </a:xfrm>
          <a:prstGeom prst="roundRect">
            <a:avLst/>
          </a:prstGeom>
          <a:solidFill>
            <a:srgbClr val="DCEBFA"/>
          </a:solidFill>
          <a:ln>
            <a:solidFill>
              <a:srgbClr val="0A2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13232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200"/>
              </a:spcAft>
              <a:defRPr sz="2000">
                <a:solidFill>
                  <a:srgbClr val="0A2D62"/>
                </a:solidFill>
              </a:defRPr>
            </a:pPr>
            <a:r>
              <a:t>• Candidate_Data Table</a:t>
            </a:r>
          </a:p>
          <a:p>
            <a:pPr algn="l">
              <a:spcAft>
                <a:spcPts val="1200"/>
              </a:spcAft>
              <a:defRPr sz="2000">
                <a:solidFill>
                  <a:srgbClr val="0A2D62"/>
                </a:solidFill>
              </a:defRPr>
            </a:pPr>
            <a:r>
              <a:t>• Question_Bank Table</a:t>
            </a:r>
          </a:p>
          <a:p>
            <a:pPr algn="l">
              <a:spcAft>
                <a:spcPts val="1200"/>
              </a:spcAft>
              <a:defRPr sz="2000">
                <a:solidFill>
                  <a:srgbClr val="0A2D62"/>
                </a:solidFill>
              </a:defRPr>
            </a:pPr>
            <a:r>
              <a:t>• Test_Answers Table</a:t>
            </a:r>
          </a:p>
          <a:p>
            <a:pPr algn="l">
              <a:spcAft>
                <a:spcPts val="1200"/>
              </a:spcAft>
              <a:defRPr sz="2000">
                <a:solidFill>
                  <a:srgbClr val="0A2D62"/>
                </a:solidFill>
              </a:defRPr>
            </a:pPr>
            <a:r>
              <a:t>• Test_Results Table</a:t>
            </a:r>
          </a:p>
          <a:p>
            <a:pPr algn="l">
              <a:spcAft>
                <a:spcPts val="1200"/>
              </a:spcAft>
              <a:defRPr sz="2000">
                <a:solidFill>
                  <a:srgbClr val="0A2D62"/>
                </a:solidFill>
              </a:defRPr>
            </a:pPr>
            <a:r>
              <a:t>• Transfer/Apti-Clear Table</a:t>
            </a:r>
          </a:p>
          <a:p>
            <a:pPr algn="l">
              <a:spcAft>
                <a:spcPts val="1200"/>
              </a:spcAft>
              <a:defRPr sz="2000">
                <a:solidFill>
                  <a:srgbClr val="0A2D62"/>
                </a:solidFill>
              </a:defRPr>
            </a:pPr>
            <a:r>
              <a:t>• Stores all candidate and examination records securely.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D62"/>
          </a:solidFill>
          <a:ln>
            <a:solidFill>
              <a:srgbClr val="0A2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System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7772400" cy="4389120"/>
          </a:xfrm>
          <a:prstGeom prst="roundRect">
            <a:avLst/>
          </a:prstGeom>
          <a:solidFill>
            <a:srgbClr val="DCEBFA"/>
          </a:solidFill>
          <a:ln>
            <a:solidFill>
              <a:srgbClr val="0A2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13232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200"/>
              </a:spcAft>
              <a:defRPr sz="2000">
                <a:solidFill>
                  <a:srgbClr val="0A2D62"/>
                </a:solidFill>
              </a:defRPr>
            </a:pPr>
            <a:r>
              <a:t>• Constraint validation for proper data entry.</a:t>
            </a:r>
          </a:p>
          <a:p>
            <a:pPr algn="l">
              <a:spcAft>
                <a:spcPts val="1200"/>
              </a:spcAft>
              <a:defRPr sz="2000">
                <a:solidFill>
                  <a:srgbClr val="0A2D62"/>
                </a:solidFill>
              </a:defRPr>
            </a:pPr>
            <a:r>
              <a:t>• Secure authentication system.</a:t>
            </a:r>
          </a:p>
          <a:p>
            <a:pPr algn="l">
              <a:spcAft>
                <a:spcPts val="1200"/>
              </a:spcAft>
              <a:defRPr sz="2000">
                <a:solidFill>
                  <a:srgbClr val="0A2D62"/>
                </a:solidFill>
              </a:defRPr>
            </a:pPr>
            <a:r>
              <a:t>• Automatic timer and result generation.</a:t>
            </a:r>
          </a:p>
          <a:p>
            <a:pPr algn="l">
              <a:spcAft>
                <a:spcPts val="1200"/>
              </a:spcAft>
              <a:defRPr sz="2000">
                <a:solidFill>
                  <a:srgbClr val="0A2D62"/>
                </a:solidFill>
              </a:defRPr>
            </a:pPr>
            <a:r>
              <a:t>• Question management support.</a:t>
            </a:r>
          </a:p>
          <a:p>
            <a:pPr algn="l">
              <a:spcAft>
                <a:spcPts val="1200"/>
              </a:spcAft>
              <a:defRPr sz="2000">
                <a:solidFill>
                  <a:srgbClr val="0A2D62"/>
                </a:solidFill>
              </a:defRPr>
            </a:pPr>
            <a:r>
              <a:t>• Report filtering by date, week, and month.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D62"/>
          </a:solidFill>
          <a:ln>
            <a:solidFill>
              <a:srgbClr val="0A2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Advantages of the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7772400" cy="4389120"/>
          </a:xfrm>
          <a:prstGeom prst="roundRect">
            <a:avLst/>
          </a:prstGeom>
          <a:solidFill>
            <a:srgbClr val="DCEBFA"/>
          </a:solidFill>
          <a:ln>
            <a:solidFill>
              <a:srgbClr val="0A2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13232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200"/>
              </a:spcAft>
              <a:defRPr sz="2000">
                <a:solidFill>
                  <a:srgbClr val="0A2D62"/>
                </a:solidFill>
              </a:defRPr>
            </a:pPr>
            <a:r>
              <a:t>• Reduces manual recruitment workload.</a:t>
            </a:r>
          </a:p>
          <a:p>
            <a:pPr algn="l">
              <a:spcAft>
                <a:spcPts val="1200"/>
              </a:spcAft>
              <a:defRPr sz="2000">
                <a:solidFill>
                  <a:srgbClr val="0A2D62"/>
                </a:solidFill>
              </a:defRPr>
            </a:pPr>
            <a:r>
              <a:t>• Provides accurate and transparent evaluation.</a:t>
            </a:r>
          </a:p>
          <a:p>
            <a:pPr algn="l">
              <a:spcAft>
                <a:spcPts val="1200"/>
              </a:spcAft>
              <a:defRPr sz="2000">
                <a:solidFill>
                  <a:srgbClr val="0A2D62"/>
                </a:solidFill>
              </a:defRPr>
            </a:pPr>
            <a:r>
              <a:t>• Improves data management and reporting.</a:t>
            </a:r>
          </a:p>
          <a:p>
            <a:pPr algn="l">
              <a:spcAft>
                <a:spcPts val="1200"/>
              </a:spcAft>
              <a:defRPr sz="2000">
                <a:solidFill>
                  <a:srgbClr val="0A2D62"/>
                </a:solidFill>
              </a:defRPr>
            </a:pPr>
            <a:r>
              <a:t>• Supports efficient candidate shortlisting.</a:t>
            </a:r>
          </a:p>
          <a:p>
            <a:pPr algn="l">
              <a:spcAft>
                <a:spcPts val="1200"/>
              </a:spcAft>
              <a:defRPr sz="2000">
                <a:solidFill>
                  <a:srgbClr val="0A2D62"/>
                </a:solidFill>
              </a:defRPr>
            </a:pPr>
            <a:r>
              <a:t>• Enhances overall recruitment process.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D62"/>
          </a:solidFill>
          <a:ln>
            <a:solidFill>
              <a:srgbClr val="0A2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7772400" cy="4389120"/>
          </a:xfrm>
          <a:prstGeom prst="roundRect">
            <a:avLst/>
          </a:prstGeom>
          <a:solidFill>
            <a:srgbClr val="DCEBFA"/>
          </a:solidFill>
          <a:ln>
            <a:solidFill>
              <a:srgbClr val="0A2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3852080" cy="224676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200"/>
              </a:spcAft>
              <a:defRPr sz="2000">
                <a:solidFill>
                  <a:srgbClr val="0A2D62"/>
                </a:solidFill>
              </a:defRPr>
            </a:pPr>
            <a:r>
              <a:rPr dirty="0"/>
              <a:t>• Frontend: HTML, CSS, JavaScript</a:t>
            </a:r>
          </a:p>
          <a:p>
            <a:pPr algn="l">
              <a:spcAft>
                <a:spcPts val="1200"/>
              </a:spcAft>
              <a:defRPr sz="2000">
                <a:solidFill>
                  <a:srgbClr val="0A2D62"/>
                </a:solidFill>
              </a:defRPr>
            </a:pPr>
            <a:r>
              <a:rPr dirty="0"/>
              <a:t>• Backend: </a:t>
            </a:r>
            <a:r>
              <a:rPr lang="en-US" dirty="0"/>
              <a:t>ASP</a:t>
            </a:r>
            <a:r>
              <a:rPr dirty="0"/>
              <a:t> .NET </a:t>
            </a:r>
          </a:p>
          <a:p>
            <a:pPr algn="l">
              <a:spcAft>
                <a:spcPts val="1200"/>
              </a:spcAft>
              <a:defRPr sz="2000">
                <a:solidFill>
                  <a:srgbClr val="0A2D62"/>
                </a:solidFill>
              </a:defRPr>
            </a:pPr>
            <a:r>
              <a:rPr dirty="0"/>
              <a:t>• Database: SQL Server</a:t>
            </a:r>
          </a:p>
          <a:p>
            <a:pPr algn="l">
              <a:spcAft>
                <a:spcPts val="1200"/>
              </a:spcAft>
              <a:defRPr sz="2000">
                <a:solidFill>
                  <a:srgbClr val="0A2D62"/>
                </a:solidFill>
              </a:defRPr>
            </a:pPr>
            <a:r>
              <a:rPr dirty="0"/>
              <a:t>• Development Tools: VS Code </a:t>
            </a:r>
          </a:p>
          <a:p>
            <a:pPr algn="l">
              <a:spcAft>
                <a:spcPts val="1200"/>
              </a:spcAft>
              <a:defRPr sz="2000">
                <a:solidFill>
                  <a:srgbClr val="0A2D62"/>
                </a:solidFill>
              </a:defRPr>
            </a:pPr>
            <a:r>
              <a:rPr dirty="0"/>
              <a:t>• Platform: Web-Based Application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D62"/>
          </a:solidFill>
          <a:ln>
            <a:solidFill>
              <a:srgbClr val="0A2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Future Enhancements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7772400" cy="4389120"/>
          </a:xfrm>
          <a:prstGeom prst="roundRect">
            <a:avLst/>
          </a:prstGeom>
          <a:solidFill>
            <a:srgbClr val="DCEBFA"/>
          </a:solidFill>
          <a:ln>
            <a:solidFill>
              <a:srgbClr val="0A2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13232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200"/>
              </a:spcAft>
              <a:defRPr sz="2000">
                <a:solidFill>
                  <a:srgbClr val="0A2D62"/>
                </a:solidFill>
              </a:defRPr>
            </a:pPr>
            <a:r>
              <a:t>• AI-based candidate evaluation.</a:t>
            </a:r>
          </a:p>
          <a:p>
            <a:pPr algn="l">
              <a:spcAft>
                <a:spcPts val="1200"/>
              </a:spcAft>
              <a:defRPr sz="2000">
                <a:solidFill>
                  <a:srgbClr val="0A2D62"/>
                </a:solidFill>
              </a:defRPr>
            </a:pPr>
            <a:r>
              <a:t>• Online interview integration.</a:t>
            </a:r>
          </a:p>
          <a:p>
            <a:pPr algn="l">
              <a:spcAft>
                <a:spcPts val="1200"/>
              </a:spcAft>
              <a:defRPr sz="2000">
                <a:solidFill>
                  <a:srgbClr val="0A2D62"/>
                </a:solidFill>
              </a:defRPr>
            </a:pPr>
            <a:r>
              <a:t>• Email and SMS notification system.</a:t>
            </a:r>
          </a:p>
          <a:p>
            <a:pPr algn="l">
              <a:spcAft>
                <a:spcPts val="1200"/>
              </a:spcAft>
              <a:defRPr sz="2000">
                <a:solidFill>
                  <a:srgbClr val="0A2D62"/>
                </a:solidFill>
              </a:defRPr>
            </a:pPr>
            <a:r>
              <a:t>• Cloud deployment support.</a:t>
            </a:r>
          </a:p>
          <a:p>
            <a:pPr algn="l">
              <a:spcAft>
                <a:spcPts val="1200"/>
              </a:spcAft>
              <a:defRPr sz="2000">
                <a:solidFill>
                  <a:srgbClr val="0A2D62"/>
                </a:solidFill>
              </a:defRPr>
            </a:pPr>
            <a:r>
              <a:t>• Mobile application development.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D62"/>
          </a:solidFill>
          <a:ln>
            <a:solidFill>
              <a:srgbClr val="0A2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Team Members &amp; Responsibilities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7772400" cy="4389120"/>
          </a:xfrm>
          <a:prstGeom prst="roundRect">
            <a:avLst/>
          </a:prstGeom>
          <a:solidFill>
            <a:srgbClr val="DCEBFA"/>
          </a:solidFill>
          <a:ln>
            <a:solidFill>
              <a:srgbClr val="0A2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13232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200"/>
              </a:spcAft>
              <a:defRPr sz="2000">
                <a:solidFill>
                  <a:srgbClr val="0A2D62"/>
                </a:solidFill>
              </a:defRPr>
            </a:pPr>
            <a:r>
              <a:t>• Member 1 – Project Manager &amp; Documentation</a:t>
            </a:r>
          </a:p>
          <a:p>
            <a:pPr algn="l">
              <a:spcAft>
                <a:spcPts val="1200"/>
              </a:spcAft>
              <a:defRPr sz="2000">
                <a:solidFill>
                  <a:srgbClr val="0A2D62"/>
                </a:solidFill>
              </a:defRPr>
            </a:pPr>
            <a:r>
              <a:t>• Member 2 – Frontend Developer</a:t>
            </a:r>
          </a:p>
          <a:p>
            <a:pPr algn="l">
              <a:spcAft>
                <a:spcPts val="1200"/>
              </a:spcAft>
              <a:defRPr sz="2000">
                <a:solidFill>
                  <a:srgbClr val="0A2D62"/>
                </a:solidFill>
              </a:defRPr>
            </a:pPr>
            <a:r>
              <a:t>• Member 3 – Backend Developer</a:t>
            </a:r>
          </a:p>
          <a:p>
            <a:pPr algn="l">
              <a:spcAft>
                <a:spcPts val="1200"/>
              </a:spcAft>
              <a:defRPr sz="2000">
                <a:solidFill>
                  <a:srgbClr val="0A2D62"/>
                </a:solidFill>
              </a:defRPr>
            </a:pPr>
            <a:r>
              <a:t>• Member 4 – Database Designer &amp; Tester</a:t>
            </a:r>
          </a:p>
          <a:p>
            <a:pPr algn="l">
              <a:spcAft>
                <a:spcPts val="1200"/>
              </a:spcAft>
              <a:defRPr sz="2000">
                <a:solidFill>
                  <a:srgbClr val="0A2D62"/>
                </a:solidFill>
              </a:defRPr>
            </a:pPr>
            <a:r>
              <a:t>• Member 5 – Presentation &amp; Reporting</a:t>
            </a:r>
          </a:p>
          <a:p>
            <a:pPr algn="l">
              <a:spcAft>
                <a:spcPts val="1200"/>
              </a:spcAft>
              <a:defRPr sz="2000">
                <a:solidFill>
                  <a:srgbClr val="0A2D62"/>
                </a:solidFill>
              </a:defRPr>
            </a:pPr>
            <a:r>
              <a:t>• (Edit these details as needed)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D62"/>
          </a:solidFill>
          <a:ln>
            <a:solidFill>
              <a:srgbClr val="0A2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7772400" cy="4389120"/>
          </a:xfrm>
          <a:prstGeom prst="roundRect">
            <a:avLst/>
          </a:prstGeom>
          <a:solidFill>
            <a:srgbClr val="DCEBFA"/>
          </a:solidFill>
          <a:ln>
            <a:solidFill>
              <a:srgbClr val="0A2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13232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200"/>
              </a:spcAft>
              <a:defRPr sz="2000">
                <a:solidFill>
                  <a:srgbClr val="0A2D62"/>
                </a:solidFill>
              </a:defRPr>
            </a:pPr>
            <a:r>
              <a:t>• The system simplifies recruitment and testing.</a:t>
            </a:r>
          </a:p>
          <a:p>
            <a:pPr algn="l">
              <a:spcAft>
                <a:spcPts val="1200"/>
              </a:spcAft>
              <a:defRPr sz="2000">
                <a:solidFill>
                  <a:srgbClr val="0A2D62"/>
                </a:solidFill>
              </a:defRPr>
            </a:pPr>
            <a:r>
              <a:t>• Automates candidate evaluation efficiently.</a:t>
            </a:r>
          </a:p>
          <a:p>
            <a:pPr algn="l">
              <a:spcAft>
                <a:spcPts val="1200"/>
              </a:spcAft>
              <a:defRPr sz="2000">
                <a:solidFill>
                  <a:srgbClr val="0A2D62"/>
                </a:solidFill>
              </a:defRPr>
            </a:pPr>
            <a:r>
              <a:t>• Improves transparency and result accuracy.</a:t>
            </a:r>
          </a:p>
          <a:p>
            <a:pPr algn="l">
              <a:spcAft>
                <a:spcPts val="1200"/>
              </a:spcAft>
              <a:defRPr sz="2000">
                <a:solidFill>
                  <a:srgbClr val="0A2D62"/>
                </a:solidFill>
              </a:defRPr>
            </a:pPr>
            <a:r>
              <a:t>• Helps Webster Organisation manage hiring effectively.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D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18288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521</Words>
  <Application>Microsoft Office PowerPoint</Application>
  <PresentationFormat>On-screen Show (4:3)</PresentationFormat>
  <Paragraphs>89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Tahira Fatima</cp:lastModifiedBy>
  <cp:revision>2</cp:revision>
  <dcterms:created xsi:type="dcterms:W3CDTF">2013-01-27T09:14:16Z</dcterms:created>
  <dcterms:modified xsi:type="dcterms:W3CDTF">2026-05-17T20:53:41Z</dcterms:modified>
  <cp:category/>
</cp:coreProperties>
</file>